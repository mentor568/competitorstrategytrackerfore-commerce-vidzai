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1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7" r:id="rId9"/>
    <p:sldId id="263" r:id="rId10"/>
    <p:sldId id="268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1743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5311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4704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2770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9508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75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0473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93841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Times New Roman" panose="02020603050405020304" pitchFamily="18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4724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Times New Roman" panose="02020603050405020304" pitchFamily="18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903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7942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95955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8124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60619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Times New Roman" panose="02020603050405020304" pitchFamily="18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Times New Roman" panose="02020603050405020304" pitchFamily="18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Times New Roman" panose="02020603050405020304" pitchFamily="18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3510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9229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83631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03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  <p:sldLayoutId id="2147483885" r:id="rId14"/>
    <p:sldLayoutId id="2147483886" r:id="rId15"/>
    <p:sldLayoutId id="2147483887" r:id="rId16"/>
    <p:sldLayoutId id="214748388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Times New Roman" panose="02020603050405020304" pitchFamily="18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1312" y="1081194"/>
            <a:ext cx="5917679" cy="2550877"/>
          </a:xfrm>
        </p:spPr>
        <p:txBody>
          <a:bodyPr>
            <a:normAutofit/>
          </a:bodyPr>
          <a:lstStyle/>
          <a:p>
            <a:r>
              <a:rPr dirty="0"/>
              <a:t>Competitor Strategy Tracker for E-commerce - VIDZAI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7273" y="3632071"/>
            <a:ext cx="6955097" cy="45719"/>
          </a:xfrm>
        </p:spPr>
        <p:txBody>
          <a:bodyPr>
            <a:normAutofit fontScale="25000" lnSpcReduction="20000"/>
          </a:bodyPr>
          <a:lstStyle/>
          <a:p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964219" y="4510867"/>
            <a:ext cx="28703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IN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+mn-ea"/>
              </a:rPr>
              <a:t>By 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+mn-ea"/>
              </a:rPr>
              <a:t>Team 3</a:t>
            </a:r>
            <a:r>
              <a:rPr lang="en-US" altLang="en-IN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+mn-ea"/>
              </a:rPr>
              <a:t>,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+mn-ea"/>
              </a:rPr>
              <a:t>  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+mn-ea"/>
              </a:rPr>
              <a:t>   </a:t>
            </a:r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+mn-ea"/>
              </a:rPr>
              <a:t>Rohan</a:t>
            </a:r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+mn-ea"/>
              </a:rPr>
              <a:t>Jahnavi</a:t>
            </a:r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+mn-ea"/>
              </a:rPr>
              <a:t>Kavya</a:t>
            </a:r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+mn-ea"/>
              </a:rPr>
              <a:t>Jayanth</a:t>
            </a:r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6884927" cy="3530600"/>
          </a:xfrm>
        </p:spPr>
        <p:txBody>
          <a:bodyPr/>
          <a:lstStyle/>
          <a:p>
            <a:pPr marL="0" indent="0">
              <a:buNone/>
            </a:pPr>
            <a:endParaRPr lang="en-US" sz="2400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400" dirty="0" smtClean="0">
                <a:cs typeface="Times New Roman" panose="02020603050405020304" pitchFamily="18" charset="0"/>
              </a:rPr>
              <a:t>Competitor </a:t>
            </a:r>
            <a:r>
              <a:rPr sz="2400" dirty="0">
                <a:cs typeface="Times New Roman" panose="02020603050405020304" pitchFamily="18" charset="0"/>
              </a:rPr>
              <a:t>Strategy Tracker for E-commerce - VIDZAI is a Python-based system leveraging LLMs and ML models to track competitor pricing, discounts, and insights for pricing optimization in e-commerce.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cs typeface="Times New Roman" panose="02020603050405020304" pitchFamily="18" charset="0"/>
              </a:rPr>
              <a:t>E-commerce businesses struggle with real-time competitive pricing insights.</a:t>
            </a:r>
          </a:p>
          <a:p>
            <a:r>
              <a:rPr sz="2400" dirty="0">
                <a:cs typeface="Times New Roman" panose="02020603050405020304" pitchFamily="18" charset="0"/>
              </a:rPr>
              <a:t>Lack of automation in tracking competitor discounts and pricing strategies.</a:t>
            </a:r>
          </a:p>
          <a:p>
            <a:r>
              <a:rPr sz="2400" dirty="0">
                <a:cs typeface="Times New Roman" panose="02020603050405020304" pitchFamily="18" charset="0"/>
              </a:rPr>
              <a:t>Manual analysis is inefficient and time-consuming.</a:t>
            </a:r>
          </a:p>
          <a:p>
            <a:r>
              <a:rPr sz="2400" dirty="0">
                <a:cs typeface="Times New Roman" panose="02020603050405020304" pitchFamily="18" charset="0"/>
              </a:rPr>
              <a:t>No AI-powered recommendations for pricing optimization.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cs typeface="Times New Roman" panose="02020603050405020304" pitchFamily="18" charset="0"/>
              </a:rPr>
              <a:t>Automatic </a:t>
            </a:r>
            <a:r>
              <a:rPr lang="en-US" sz="2400" dirty="0">
                <a:cs typeface="Times New Roman" panose="02020603050405020304" pitchFamily="18" charset="0"/>
              </a:rPr>
              <a:t>price </a:t>
            </a:r>
            <a:r>
              <a:rPr lang="en-US" sz="2400" dirty="0" smtClean="0">
                <a:cs typeface="Times New Roman" panose="02020603050405020304" pitchFamily="18" charset="0"/>
              </a:rPr>
              <a:t>tracking.</a:t>
            </a:r>
          </a:p>
          <a:p>
            <a:r>
              <a:rPr lang="en-US" sz="2400" dirty="0" smtClean="0">
                <a:cs typeface="Times New Roman" panose="02020603050405020304" pitchFamily="18" charset="0"/>
              </a:rPr>
              <a:t>⁠Provides </a:t>
            </a:r>
            <a:r>
              <a:rPr lang="en-US" sz="2400" dirty="0">
                <a:cs typeface="Times New Roman" panose="02020603050405020304" pitchFamily="18" charset="0"/>
              </a:rPr>
              <a:t>actionable </a:t>
            </a:r>
            <a:r>
              <a:rPr lang="en-US" sz="2400" dirty="0" smtClean="0">
                <a:cs typeface="Times New Roman" panose="02020603050405020304" pitchFamily="18" charset="0"/>
              </a:rPr>
              <a:t>insights.</a:t>
            </a:r>
          </a:p>
          <a:p>
            <a:r>
              <a:rPr lang="en-US" sz="2400" dirty="0" smtClean="0">
                <a:cs typeface="Times New Roman" panose="02020603050405020304" pitchFamily="18" charset="0"/>
              </a:rPr>
              <a:t>Predicts </a:t>
            </a:r>
            <a:r>
              <a:rPr lang="en-US" sz="2400" dirty="0">
                <a:cs typeface="Times New Roman" panose="02020603050405020304" pitchFamily="18" charset="0"/>
              </a:rPr>
              <a:t>future </a:t>
            </a:r>
            <a:r>
              <a:rPr lang="en-US" sz="2400" dirty="0" smtClean="0">
                <a:cs typeface="Times New Roman" panose="02020603050405020304" pitchFamily="18" charset="0"/>
              </a:rPr>
              <a:t>prices.</a:t>
            </a:r>
          </a:p>
          <a:p>
            <a:r>
              <a:rPr lang="en-US" sz="2400" dirty="0" smtClean="0">
                <a:cs typeface="Times New Roman" panose="02020603050405020304" pitchFamily="18" charset="0"/>
              </a:rPr>
              <a:t>⁠Analyzed </a:t>
            </a:r>
            <a:r>
              <a:rPr lang="en-US" sz="2400" dirty="0">
                <a:cs typeface="Times New Roman" panose="02020603050405020304" pitchFamily="18" charset="0"/>
              </a:rPr>
              <a:t>customer </a:t>
            </a:r>
            <a:r>
              <a:rPr lang="en-US" sz="2400" dirty="0" smtClean="0">
                <a:cs typeface="Times New Roman" panose="02020603050405020304" pitchFamily="18" charset="0"/>
              </a:rPr>
              <a:t>sentiment.</a:t>
            </a:r>
          </a:p>
          <a:p>
            <a:r>
              <a:rPr lang="en-US" sz="2400" dirty="0" smtClean="0">
                <a:cs typeface="Times New Roman" panose="02020603050405020304" pitchFamily="18" charset="0"/>
              </a:rPr>
              <a:t>Optimized discount strategies.</a:t>
            </a:r>
            <a:endParaRPr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855" y="653646"/>
            <a:ext cx="8229600" cy="627380"/>
          </a:xfrm>
        </p:spPr>
        <p:txBody>
          <a:bodyPr>
            <a:normAutofit/>
          </a:bodyPr>
          <a:lstStyle/>
          <a:p>
            <a:r>
              <a:rPr lang="en-US" altLang="en-IN" dirty="0"/>
              <a:t>Flowchart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964" y="2576945"/>
            <a:ext cx="6816436" cy="385156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cs typeface="Times New Roman" panose="02020603050405020304" pitchFamily="18" charset="0"/>
              </a:rPr>
              <a:t>Python &amp; Machine Learning (ARIMA, Sentiment Analysis, Discount Optimization)</a:t>
            </a:r>
          </a:p>
          <a:p>
            <a:r>
              <a:rPr sz="2400" dirty="0">
                <a:cs typeface="Times New Roman" panose="02020603050405020304" pitchFamily="18" charset="0"/>
              </a:rPr>
              <a:t>LLMs(OpenAI GPT, Meta </a:t>
            </a:r>
            <a:r>
              <a:rPr sz="2400" dirty="0" err="1">
                <a:cs typeface="Times New Roman" panose="02020603050405020304" pitchFamily="18" charset="0"/>
              </a:rPr>
              <a:t>LLaMA</a:t>
            </a:r>
            <a:r>
              <a:rPr sz="2400" dirty="0">
                <a:cs typeface="Times New Roman" panose="02020603050405020304" pitchFamily="18" charset="0"/>
              </a:rPr>
              <a:t> for insights)</a:t>
            </a:r>
          </a:p>
          <a:p>
            <a:r>
              <a:rPr sz="2400" dirty="0">
                <a:cs typeface="Times New Roman" panose="02020603050405020304" pitchFamily="18" charset="0"/>
              </a:rPr>
              <a:t>Price API (Real-time price tracking)</a:t>
            </a:r>
          </a:p>
          <a:p>
            <a:r>
              <a:rPr sz="2400" dirty="0" err="1" smtClean="0">
                <a:cs typeface="Times New Roman" panose="02020603050405020304" pitchFamily="18" charset="0"/>
              </a:rPr>
              <a:t>Streamlit</a:t>
            </a:r>
            <a:r>
              <a:rPr sz="2400" dirty="0" smtClean="0">
                <a:cs typeface="Times New Roman" panose="02020603050405020304" pitchFamily="18" charset="0"/>
              </a:rPr>
              <a:t> </a:t>
            </a:r>
            <a:r>
              <a:rPr sz="2400" dirty="0">
                <a:cs typeface="Times New Roman" panose="02020603050405020304" pitchFamily="18" charset="0"/>
              </a:rPr>
              <a:t>(Frontend and dashboard)</a:t>
            </a:r>
          </a:p>
          <a:p>
            <a:r>
              <a:rPr sz="2400" dirty="0" smtClean="0">
                <a:cs typeface="Times New Roman" panose="02020603050405020304" pitchFamily="18" charset="0"/>
              </a:rPr>
              <a:t>GitHub </a:t>
            </a:r>
            <a:r>
              <a:rPr sz="2400" dirty="0">
                <a:cs typeface="Times New Roman" panose="02020603050405020304" pitchFamily="18" charset="0"/>
              </a:rPr>
              <a:t>(Project management &amp; issue tracking)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cs typeface="Times New Roman" panose="02020603050405020304" pitchFamily="18" charset="0"/>
              </a:rPr>
              <a:t>Real-time Price Tracking across multiple e-commerce platforms.</a:t>
            </a:r>
          </a:p>
          <a:p>
            <a:r>
              <a:rPr sz="2400" dirty="0">
                <a:cs typeface="Times New Roman" panose="02020603050405020304" pitchFamily="18" charset="0"/>
              </a:rPr>
              <a:t>Machine Learning Prediction</a:t>
            </a:r>
            <a:r>
              <a:rPr lang="en-US" sz="2400" dirty="0">
                <a:cs typeface="Times New Roman" panose="02020603050405020304" pitchFamily="18" charset="0"/>
              </a:rPr>
              <a:t>s </a:t>
            </a:r>
            <a:r>
              <a:rPr sz="2400" dirty="0">
                <a:cs typeface="Times New Roman" panose="02020603050405020304" pitchFamily="18" charset="0"/>
              </a:rPr>
              <a:t>for future pricing trends.</a:t>
            </a:r>
          </a:p>
          <a:p>
            <a:r>
              <a:rPr sz="2400" dirty="0">
                <a:cs typeface="Times New Roman" panose="02020603050405020304" pitchFamily="18" charset="0"/>
              </a:rPr>
              <a:t>Competitor Discount Analysis using AI-powered insights.</a:t>
            </a:r>
          </a:p>
          <a:p>
            <a:r>
              <a:rPr sz="2400" dirty="0">
                <a:cs typeface="Times New Roman" panose="02020603050405020304" pitchFamily="18" charset="0"/>
              </a:rPr>
              <a:t>Automated Reports &amp; Dashboards for decision-making.</a:t>
            </a:r>
          </a:p>
          <a:p>
            <a:pPr marL="0" indent="0">
              <a:buNone/>
            </a:pPr>
            <a:endParaRPr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Competitor insights chatbot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The chatbot provides instant insights on competitor pricing trends.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Built using LLMs (GPT, </a:t>
            </a:r>
            <a:r>
              <a:rPr lang="en-US" sz="2400" dirty="0" err="1">
                <a:cs typeface="Times New Roman" panose="02020603050405020304" pitchFamily="18" charset="0"/>
              </a:rPr>
              <a:t>LLaMA</a:t>
            </a:r>
            <a:r>
              <a:rPr lang="en-US" sz="2400" dirty="0">
                <a:cs typeface="Times New Roman" panose="02020603050405020304" pitchFamily="18" charset="0"/>
              </a:rPr>
              <a:t>) for natural conversations.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Users can ask questions and receive real-time pricing insights.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Integrated with the backend to fetch data from CSV files and ML models.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Enhances usability by offering a conversational way to access competitor analysis.</a:t>
            </a:r>
          </a:p>
          <a:p>
            <a:endParaRPr lang="en-I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 smtClean="0">
                <a:cs typeface="Times New Roman" panose="02020603050405020304" pitchFamily="18" charset="0"/>
              </a:rPr>
              <a:t>Improve </a:t>
            </a:r>
            <a:r>
              <a:rPr sz="2400" dirty="0">
                <a:cs typeface="Times New Roman" panose="02020603050405020304" pitchFamily="18" charset="0"/>
              </a:rPr>
              <a:t>AI models for better sentiment and price predictions.</a:t>
            </a:r>
          </a:p>
          <a:p>
            <a:r>
              <a:rPr sz="2400" dirty="0">
                <a:cs typeface="Times New Roman" panose="02020603050405020304" pitchFamily="18" charset="0"/>
              </a:rPr>
              <a:t>Expand support for more e-commerce platforms.</a:t>
            </a:r>
          </a:p>
          <a:p>
            <a:r>
              <a:rPr sz="2400" dirty="0">
                <a:cs typeface="Times New Roman" panose="02020603050405020304" pitchFamily="18" charset="0"/>
              </a:rPr>
              <a:t>Integrate more data sources for comprehensive insights.</a:t>
            </a:r>
          </a:p>
          <a:p>
            <a:r>
              <a:rPr sz="2400" dirty="0">
                <a:cs typeface="Times New Roman" panose="02020603050405020304" pitchFamily="18" charset="0"/>
              </a:rPr>
              <a:t>Enhance UI/UX for better usability and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6968054" cy="3530600"/>
          </a:xfrm>
        </p:spPr>
        <p:txBody>
          <a:bodyPr/>
          <a:lstStyle/>
          <a:p>
            <a:r>
              <a:rPr lang="en-US" dirty="0" smtClean="0"/>
              <a:t>E-commerce </a:t>
            </a:r>
            <a:r>
              <a:rPr lang="en-US" dirty="0"/>
              <a:t>pricing strategies by leveraging AI to track competitor prices, analyze discount trends, and provide data-driven insights. By automating these processes, businesses can stay competitive, make informed decisions, and maximize profitability.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659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60_F_143039540_nloMfH7Iki0ou8jbETrfZ4pWHWSq2qx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410970"/>
            <a:ext cx="7111365" cy="2667000"/>
          </a:xfrm>
          <a:prstGeom prst="rect">
            <a:avLst/>
          </a:prstGeom>
        </p:spPr>
      </p:pic>
      <p:pic>
        <p:nvPicPr>
          <p:cNvPr id="9" name="Picture 8" descr="image-from-rawpixel-id-10192418-png"/>
          <p:cNvPicPr>
            <a:picLocks noChangeAspect="1"/>
          </p:cNvPicPr>
          <p:nvPr/>
        </p:nvPicPr>
        <p:blipFill rotWithShape="1">
          <a:blip r:embed="rId3"/>
          <a:srcRect l="4412" t="23431" r="4412" b="21643"/>
          <a:stretch/>
        </p:blipFill>
        <p:spPr>
          <a:xfrm>
            <a:off x="3044825" y="4156364"/>
            <a:ext cx="2798445" cy="942109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44</TotalTime>
  <Words>318</Words>
  <Application>Microsoft Office PowerPoint</Application>
  <PresentationFormat>On-screen Show (4:3)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Wingdings 3</vt:lpstr>
      <vt:lpstr>Ion Boardroom</vt:lpstr>
      <vt:lpstr>Competitor Strategy Tracker for E-commerce - VIDZAI</vt:lpstr>
      <vt:lpstr>Introduction</vt:lpstr>
      <vt:lpstr>Problem Statement</vt:lpstr>
      <vt:lpstr>Objectives</vt:lpstr>
      <vt:lpstr>Flowchart</vt:lpstr>
      <vt:lpstr>Technology Stack</vt:lpstr>
      <vt:lpstr>Features</vt:lpstr>
      <vt:lpstr>Competitor insights chatbot</vt:lpstr>
      <vt:lpstr>Future Improvements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Competitor Strategy Tracker for E-commerce - VIDZAI</dc:title>
  <dc:creator>Dell</dc:creator>
  <dc:description>generated using python-pptx</dc:description>
  <cp:lastModifiedBy>HP</cp:lastModifiedBy>
  <cp:revision>13</cp:revision>
  <dcterms:created xsi:type="dcterms:W3CDTF">2025-03-26T13:40:43Z</dcterms:created>
  <dcterms:modified xsi:type="dcterms:W3CDTF">2025-03-28T12:56:34Z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FA93F888AC4741C8A38EF846CAA3F053_12</vt:lpwstr>
  </property>
  <property fmtid="{D5CDD505-2E9C-101B-9397-08002B2CF9AE}" pid="3" name="KSOProductBuildVer">
    <vt:lpwstr>1033-11.1.0.11723</vt:lpwstr>
  </property>
</Properties>
</file>